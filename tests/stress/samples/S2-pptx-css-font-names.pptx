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Evil\"/>
              </a:rPr>
              <a:t>font named Evil\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}*{display:none!important}"/>
              </a:rPr>
              <a:t>font named }*{display:none!important}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X&quot;}body{background:red}"/>
              </a:rPr>
              <a:t>font named X"}body{background:red}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Y;color:red"/>
              </a:rPr>
              <a:t>font named Y;color:red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Z}.app{display:none}"/>
              </a:rPr>
              <a:t>font named Z</a:t>
            </a:r>
          </a:p>
          <a:p>
            <a:r>
              <a:t>}.app{display:none}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W&lt;/style&gt;&lt;script&gt;alert(1)&lt;/script&gt;"/>
              </a:rPr>
              <a:t>font named W&lt;/style&gt;&lt;script&gt;alert(1)&lt;/script&gt;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