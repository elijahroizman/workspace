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grpSp>
        <p:nvGrpSpPr>
          <p:cNvPr id="1" name="g"/>
        </p:nvGrpSpPr>
        <p:grpSpPr/>
        <p:grpSp>
          <p:nvGrpSpPr>
            <p:cNvPr id="1" name="g"/>
          </p:nvGrpSpPr>
          <p:grpSpPr/>
          <p:grpSp>
            <p:nvGrpSpPr>
              <p:cNvPr id="1" name="g"/>
            </p:nvGrpSpPr>
            <p:grpSpPr/>
            <p:grpSp>
              <p:nvGrpSpPr>
                <p:cNvPr id="1" name="g"/>
              </p:nvGrpSpPr>
              <p:grpSpPr/>
              <p:grpSp>
                <p:nvGrpSpPr>
                  <p:cNvPr id="1" name="g"/>
                </p:nvGrpSpPr>
                <p:grpSpPr/>
                <p:grpSp>
                  <p:nvGrpSpPr>
                    <p:cNvPr id="1" name="g"/>
                  </p:nvGrpSpPr>
                  <p:grpSpPr/>
                  <p:grpSp>
                    <p:nvGrpSpPr>
                      <p:cNvPr id="1" name="g"/>
                    </p:nvGrpSpPr>
                    <p:grpSpPr/>
                    <p:grpSp>
                      <p:nvGrpSpPr>
                        <p:cNvPr id="1" name="g"/>
                      </p:nvGrpSpPr>
                      <p:grpSpPr/>
                      <p:grpSp>
                        <p:nvGrpSpPr>
                          <p:cNvPr id="1" name="g"/>
                        </p:nvGrpSpPr>
                        <p:grpSpPr/>
                        <p:grpSp>
                          <p:nvGrpSpPr>
                            <p:cNvPr id="1" name="g"/>
                          </p:nvGrpSpPr>
                          <p:grpSpPr/>
                          <p:grpSp>
                            <p:nvGrpSpPr>
                              <p:cNvPr id="1" name="g"/>
                            </p:nvGrpSpPr>
                            <p:grpSpPr/>
                            <p:grpSp>
                              <p:nvGrpSpPr>
                                <p:cNvPr id="1" name="g"/>
                              </p:nvGrpSpPr>
                              <p:grpSpPr/>
                              <p:grpSp>
                                <p:nvGrpSpPr>
                                  <p:cNvPr id="1" name="g"/>
                                </p:nvGrpSpPr>
                                <p:grpSpPr/>
                                <p:grpSp>
                                  <p:nvGrpSpPr>
                                    <p:cNvPr id="1" name="g"/>
                                  </p:nvGrpSpPr>
                                  <p:grpSpPr/>
                                  <p:grpSp>
                                    <p:nvGrpSpPr>
                                      <p:cNvPr id="1" name="g"/>
                                    </p:nvGrpSpPr>
                                    <p:grpSpPr/>
                                    <p:grpSp>
                                      <p:nvGrpSpPr>
                                        <p:cNvPr id="1" name="g"/>
                                      </p:nvGrpSpPr>
                                      <p:grpSpPr/>
                                      <p:grpSp>
                                        <p:nvGrpSpPr>
                                          <p:cNvPr id="1" name="g"/>
                                        </p:nvGrpSpPr>
                                        <p:grpSpPr/>
                                        <p:grpSp>
                                          <p:nvGrpSpPr>
                                            <p:cNvPr id="1" name="g"/>
                                          </p:nvGrpSpPr>
                                          <p:grpSpPr/>
                                          <p:grpSp>
                                            <p:nvGrpSpPr>
                                              <p:cNvPr id="1" name="g"/>
                                            </p:nvGrpSpPr>
                                            <p:grpSpPr/>
                                            <p:grpSp>
                                              <p:nvGrpSpPr>
                                                <p:cNvPr id="1" name="g"/>
                                              </p:nvGrpSpPr>
                                              <p:grpSpPr/>
                                              <p:grpSp>
                                                <p:nvGrpSpPr>
                                                  <p:cNvPr id="1" name="g"/>
                                                </p:nvGrpSpPr>
                                                <p:grpSpPr/>
                                                <p:grpSp>
                                                  <p:nvGrpSpPr>
                                                    <p:cNvPr id="1" name="g"/>
                                                  </p:nvGrpSpPr>
                                                  <p:grpSpPr/>
                                                  <p:grpSp>
                                                    <p:nvGrpSpPr>
                                                      <p:cNvPr id="1" name="g"/>
                                                    </p:nvGrpSpPr>
                                                    <p:grpSpPr/>
                                                    <p:grpSp>
                                                      <p:nvGrpSpPr>
                                                        <p:cNvPr id="1" name="g"/>
                                                      </p:nvGrpSpPr>
                                                      <p:grpSpPr/>
                                                      <p:grpSp>
                                                        <p:nvGrpSpPr>
                                                          <p:cNvPr id="1" name="g"/>
                                                        </p:nvGrpSpPr>
                                                        <p:grpSpPr/>
                                                        <p:grpSp>
                                                          <p:nvGrpSpPr>
                                                            <p:cNvPr id="1" name="g"/>
                                                          </p:nvGrpSpPr>
                                                          <p:grpSpPr/>
                                                          <p:grpSp>
                                                            <p:nvGrpSpPr>
                                                              <p:cNvPr id="1" name="g"/>
                                                            </p:nvGrpSpPr>
                                                            <p:grpSpPr/>
                                                            <p:grpSp>
                                                              <p:nvGrpSpPr>
                                                                <p:cNvPr id="1" name="g"/>
                                                              </p:nvGrpSpPr>
                                                              <p:grpSpPr/>
                                                              <p:grpSp>
                                                                <p:nvGrpSpPr>
                                                                  <p:cNvPr id="1" name="g"/>
                                                                </p:nvGrpSpPr>
                                                                <p:grpSpPr/>
                                                                <p:grpSp>
                                                                  <p:nvGrpSpPr>
                                                                    <p:cNvPr id="1" name="g"/>
                                                                  </p:nvGrpSpPr>
                                                                  <p:grpSpPr/>
                                                                  <p:grpSp>
                                                                    <p:nvGrpSpPr>
                                                                      <p:cNvPr id="1" name="g"/>
                                                                    </p:nvGrpSpPr>
                                                                    <p:grpSpPr/>
                                                                    <p:grpSp>
                                                                      <p:nvGrpSpPr>
                                                                        <p:cNvPr id="1" name="g"/>
                                                                      </p:nvGrpSpPr>
                                                                      <p:grpSpPr/>
                                                                      <p:grpSp>
                                                                        <p:nvGrpSpPr>
                                                                          <p:cNvPr id="1" name="g"/>
                                                                        </p:nvGrpSpPr>
                                                                        <p:grpSpPr/>
                                                                        <p:grpSp>
                                                                          <p:nvGrpSpPr>
                                                                            <p:cNvPr id="1" name="g"/>
                                                                          </p:nvGrpSpPr>
                                                                          <p:grpSpPr/>
                                                                          <p:grpSp>
                                                                            <p:nvGrpSpPr>
                                                                              <p:cNvPr id="1" name="g"/>
                                                                            </p:nvGrpSpPr>
                                                                            <p:grpSpPr/>
                                                                            <p:grpSp>
                                                                              <p:nvGrpSpPr>
                                                                                <p:cNvPr id="1" name="g"/>
                                                                              </p:nvGrpSpPr>
                                                                              <p:grpSpPr/>
                                                                              <p:grpSp>
                                                                                <p:nvGrpSpPr>
                                                                                  <p:cNvPr id="1" name="g"/>
                                                                                </p:nvGrpSpPr>
                                                                                <p:grpSpPr/>
                                                                                <p:grpSp>
                                                                                  <p:nvGrpSpPr>
                                                                                    <p:cNvPr id="1" name="g"/>
                                                                                  </p:nvGrpSpPr>
                                                                                  <p:grpSpPr/>
                                                                                  <p:grpSp>
                                                                                    <p:nvGrpSpPr>
                                                                                      <p:cNvPr id="1" name="g"/>
                                                                                    </p:nvGrpSpPr>
                                                                                    <p:grpSpPr/>
                                                                                    <p:grpSp>
                                                                                      <p:nvGrpSpPr>
                                                                                        <p:cNvPr id="1" name="g"/>
                                                                                      </p:nvGrpSpPr>
                                                                                      <p:grpSpPr/>
                                                                                      <p:grpSp>
                                                                                        <p:nvGrpSpPr>
                                                                                          <p:cNvPr id="1" name="g"/>
                                                                                        </p:nvGrpSpPr>
                                                                                        <p:grpSpPr/>
                                                                                        <p:grpSp>
                                                                                          <p:nvGrpSpPr>
                                                                                            <p:cNvPr id="1" name="g"/>
                                                                                          </p:nvGrpSpPr>
                                                                                          <p:grpSpPr/>
                                                                                          <p:grpSp>
                                                                                            <p:nvGrpSpPr>
                                                                                              <p:cNvPr id="1" name="g"/>
                                                                                            </p:nvGrpSpPr>
                                                                                            <p:grpSpPr/>
                                                                                            <p:grpSp>
                                                                                              <p:nvGrpSpPr>
                                                                                                <p:cNvPr id="1" name="g"/>
                                                                                              </p:nvGrpSpPr>
                                                                                              <p:grpSpPr/>
                                                                                              <p:grpSp>
                                                                                                <p:nvGrpSpPr>
                                                                                                  <p:cNvPr id="1" name="g"/>
                                                                                                </p:nvGrpSpPr>
                                                                                                <p:grpSpPr/>
                                                                                                <p:grpSp>
                                                                                                  <p:nvGrpSpPr>
                                                                                                    <p:cNvPr id="1" name="g"/>
                                                                                                  </p:nvGrpSpPr>
                                                                                                  <p:grpSpPr/>
                                                                                                  <p:grpSp>
                                                                                                    <p:nvGrpSpPr>
                                                                                                      <p:cNvPr id="1" name="g"/>
                                                                                                    </p:nvGrpSpPr>
                                                                                                    <p:grpSpPr/>
                                                                                                    <p:grpSp>
                                                                                                      <p:nvGrpSpPr>
                                                                                                        <p:cNvPr id="1" name="g"/>
                                                                                                      </p:nvGrpSpPr>
                                                                                                      <p:grpSpPr/>
                                                                                                      <p:grpSp>
                                                                                                        <p:nvGrpSpPr>
                                                                                                          <p:cNvPr id="1" name="g"/>
                                                                                                        </p:nvGrpSpPr>
                                                                                                        <p:grpSpPr/>
                                                                                                        <p:grpSp>
                                                                                                          <p:nvGrpSpPr>
                                                                                                            <p:cNvPr id="1" name="g"/>
                                                                                                          </p:nvGrpSpPr>
                                                                                                          <p:grpSpPr/>
                                                                                                          <p:grpSp>
                                                                                                            <p:nvGrpSpPr>
                                                                                                              <p:cNvPr id="1" name="g"/>
                                                                                                            </p:nvGrpSpPr>
                                                                                                            <p:grpSpPr/>
                                                                                                            <p:grpSp>
                                                                                                              <p:nvGrpSpPr>
                                                                                                                <p:cNvPr id="1" name="g"/>
                                                                                                              </p:nvGrpSpPr>
                                                                                                              <p:grpSpPr/>
                                                                                                              <p:grpSp>
                                                                                                                <p:nvGrpSpPr>
                                                                                                                  <p:cNvPr id="1" name="g"/>
                                                                                                                </p:nvGrpSpPr>
                                                                                                                <p:grpSpPr/>
                                                                                                                <p:grpSp>
                                                                                                                  <p:nvGrpSpPr>
                                                                                                                    <p:cNvPr id="1" name="g"/>
                                                                                                                  </p:nvGrpSpPr>
                                                                                                                  <p:grpSpPr/>
                                                                                                                  <p:grpSp>
                                                                                                                    <p:nvGrpSpPr>
                                                                                                                      <p:cNvPr id="1" name="g"/>
                                                                                                                    </p:nvGrpSpPr>
                                                                                                                    <p:grpSpPr/>
                                                                                                                    <p:grpSp>
                                                                                                                      <p:nvGrpSpPr>
                                                                                                                        <p:cNvPr id="1" name="g"/>
                                                                                                                      </p:nvGrpSpPr>
                                                                                                                      <p:grpSpPr/>
                                                                                                                      <p:grpSp>
                                                                                                                        <p:nvGrpSpPr>
                                                                                                                          <p:cNvPr id="1" name="g"/>
                                                                                                                        </p:nvGrpSpPr>
                                                                                                                        <p:grpSpPr/>
                                                                                                                        <p:grpSp>
                                                                                                                          <p:nvGrpSpPr>
                                                                                                                            <p:cNvPr id="1" name="g"/>
                                                                                                                          </p:nvGrpSpPr>
                                                                                                                          <p:grpSpPr/>
                                                                                                                          <p:grpSp>
                                                                                                                            <p:nvGrpSpPr>
                                                                                                                              <p:cNvPr id="1" name="g"/>
                                                                                                                            </p:nvGrpSpPr>
                                                                                                                            <p:grpSpPr/>
                                                                                                                            <p:grpSp>
                                                                                                                              <p:nvGrpSpPr>
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</p:nvGrpSpPr>
                                                                                                                              <p:grpSpPr/>
                                                                                                                              <p:grpSp>
                                                                                                                                <p:nvGrpSpPr>
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</p:nvGrpSpPr>
                                                                                                                                <p:grpSpPr/>
                                                                                                                                <p:grpSp>
                                                                                                                                  <p:nvGrpSpPr>
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</p:nvGrpSpPr>
                                                                                                                                  <p:grpSpPr/>
                                                                                                                                  <p:grpSp>
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</p:nvGrpSpPr>
                                                                                                                                    <p:grpSpPr/>
                                                                                                                                    <p:grpSp>
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cNvPr id="1" name="g"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nvGrpSpPr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grpSpPr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p:sp/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  </p:grpSp>
                                                                                                                                      </p:grpSp>
                                                                                                                                    </p:grpSp>
                                                                                                                                  </p:grpSp>
                                                                                                                                </p:grpSp>
                                                                                                                              </p:grpSp>
                                                                                                                            </p:grpSp>
                                                                                                                          </p:grpSp>
                                                                                                                        </p:grpSp>
                                                                                                                      </p:grpSp>
                                                                                                                    </p:grpSp>
                                                                                                                  </p:grpSp>
                                                                                                                </p:grpSp>
                                                                                                              </p:grpSp>
                                                                                                            </p:grpSp>
                                                                                                          </p:grpSp>
                                                                                                        </p:grpSp>
                                                                                                      </p:grpSp>
                                                                                                    </p:grpSp>
                                                                                                  </p:grpSp>
                                                                                                </p:grpSp>
                                                                                              </p:grpSp>
                                                                                            </p:grpSp>
                                                                                          </p:grpSp>
                                                                                        </p:grpSp>
                                                                                      </p:grpSp>
                                                                                    </p:grpSp>
                                                                                  </p:grpSp>
                                                                                </p:grpSp>
                                                                              </p:grpSp>
                                                                            </p:grpSp>
                                                                          </p:grpSp>
                                                                        </p:grpSp>
                                                                      </p:grpSp>
                                                                    </p:grpSp>
                                                                  </p:grpSp>
                                                                </p:grpSp>
                                                              </p:grpSp>
                                                            </p:grpSp>
                                                          </p:grpSp>
                                                        </p:grpSp>
                                                      </p:grpSp>
                                                    </p:grpSp>
                                                  </p:grpSp>
                                                </p:grpSp>
                                              </p:grpSp>
                                            </p:grpSp>
                                          </p:grpSp>
                                        </p:grpSp>
                                      </p:grpSp>
                                    </p:grpSp>
                                  </p:grpSp>
                                </p:grpSp>
                              </p:grpSp>
                            </p:grp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</p:spTree>
  </p:cSld>
</p:sld>
</file>