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&lt;img src=x onerror=alert(4)&gt;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javascript:alert(document.domain)" TargetMode="External"/><Relationship Id="rId3" Type="http://schemas.openxmlformats.org/officeDocument/2006/relationships/hyperlink" Target="JaVaScRiPt:alert(1)" TargetMode="External"/><Relationship Id="rId4" Type="http://schemas.openxmlformats.org/officeDocument/2006/relationships/hyperlink" Target=" javascript:alert(1)" TargetMode="External"/><Relationship Id="rId5" Type="http://schemas.openxmlformats.org/officeDocument/2006/relationships/hyperlink" Target="vbscript:msgbox(1)" TargetMode="External"/><Relationship Id="rId6" Type="http://schemas.openxmlformats.org/officeDocument/2006/relationships/hyperlink" Target="data:text/html,&lt;script&gt;alert(1)&lt;/script&gt;" TargetMode="External"/><Relationship Id="rId7" Type="http://schemas.openxmlformats.org/officeDocument/2006/relationships/hyperlink" Target="file:///etc/passwd" TargetMode="External"/><Relationship Id="rId8" Type="http://schemas.openxmlformats.org/officeDocument/2006/relationships/hyperlink" Target="ms-msdt:/id PCWDiagnostic" TargetMode="External"/><Relationship Id="rId9" Type="http://schemas.openxmlformats.org/officeDocument/2006/relationships/hyperlink" Target="writan-evil://x" TargetMode="External"/><Relationship Id="rId10" Type="http://schemas.openxmlformats.org/officeDocument/2006/relationships/hyperlink" Target="../../../../etc/passwd" TargetMode="External"/><Relationship Id="rId11" Type="http://schemas.openxmlformats.org/officeDocument/2006/relationships/hyperlink" Target="https://example.com/ok" TargetMode="External"/><Relationship Id="rId12" Type="http://schemas.openxmlformats.org/officeDocument/2006/relationships/hyperlink" Target="mailto:someone@example.com" TargetMode="Externa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hlinkClick r:id="rId2"/>
          </p:cNvPr>
          <p:cNvSpPr txBox="1"/>
          <p:nvPr/>
        </p:nvSpPr>
        <p:spPr>
          <a:xfrm>
            <a:off x="274320" y="2743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javascript:alert(document.domain)</a:t>
            </a:r>
          </a:p>
        </p:txBody>
      </p:sp>
      <p:sp>
        <p:nvSpPr>
          <p:cNvPr id="3" name="TextBox 2">
            <a:hlinkClick r:id="rId3"/>
          </p:cNvPr>
          <p:cNvSpPr txBox="1"/>
          <p:nvPr/>
        </p:nvSpPr>
        <p:spPr>
          <a:xfrm>
            <a:off x="3200400" y="2743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JaVaScRiPt:alert(1)</a:t>
            </a:r>
          </a:p>
        </p:txBody>
      </p:sp>
      <p:sp>
        <p:nvSpPr>
          <p:cNvPr id="4" name="TextBox 3">
            <a:hlinkClick r:id="rId4"/>
          </p:cNvPr>
          <p:cNvSpPr txBox="1"/>
          <p:nvPr/>
        </p:nvSpPr>
        <p:spPr>
          <a:xfrm>
            <a:off x="6126480" y="2743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4"/>
              </a:rPr>
              <a:t> javascript:alert(1)</a:t>
            </a:r>
          </a:p>
        </p:txBody>
      </p:sp>
      <p:sp>
        <p:nvSpPr>
          <p:cNvPr id="5" name="TextBox 4">
            <a:hlinkClick r:id="rId5"/>
          </p:cNvPr>
          <p:cNvSpPr txBox="1"/>
          <p:nvPr/>
        </p:nvSpPr>
        <p:spPr>
          <a:xfrm>
            <a:off x="274320" y="1371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5"/>
              </a:rPr>
              <a:t>vbscript:msgbox(1)</a:t>
            </a:r>
          </a:p>
        </p:txBody>
      </p:sp>
      <p:sp>
        <p:nvSpPr>
          <p:cNvPr id="6" name="TextBox 5">
            <a:hlinkClick r:id="rId6"/>
          </p:cNvPr>
          <p:cNvSpPr txBox="1"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6"/>
              </a:rPr>
              <a:t>data:text/html,&lt;script&gt;alert(1)&lt;/script&gt;</a:t>
            </a:r>
          </a:p>
        </p:txBody>
      </p:sp>
      <p:sp>
        <p:nvSpPr>
          <p:cNvPr id="7" name="TextBox 6">
            <a:hlinkClick r:id="rId7"/>
          </p:cNvPr>
          <p:cNvSpPr txBox="1"/>
          <p:nvPr/>
        </p:nvSpPr>
        <p:spPr>
          <a:xfrm>
            <a:off x="6126480" y="1371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7"/>
              </a:rPr>
              <a:t>file:///etc/passwd</a:t>
            </a:r>
          </a:p>
        </p:txBody>
      </p:sp>
      <p:sp>
        <p:nvSpPr>
          <p:cNvPr id="8" name="TextBox 7">
            <a:hlinkClick r:id="rId8"/>
          </p:cNvPr>
          <p:cNvSpPr txBox="1"/>
          <p:nvPr/>
        </p:nvSpPr>
        <p:spPr>
          <a:xfrm>
            <a:off x="274320" y="246887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8"/>
              </a:rPr>
              <a:t>ms-msdt:/id PCWDiagnostic</a:t>
            </a:r>
          </a:p>
        </p:txBody>
      </p:sp>
      <p:sp>
        <p:nvSpPr>
          <p:cNvPr id="9" name="TextBox 8">
            <a:hlinkClick r:id="rId9"/>
          </p:cNvPr>
          <p:cNvSpPr txBox="1"/>
          <p:nvPr/>
        </p:nvSpPr>
        <p:spPr>
          <a:xfrm>
            <a:off x="3200400" y="246887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9"/>
              </a:rPr>
              <a:t>writan-evil://x</a:t>
            </a:r>
          </a:p>
        </p:txBody>
      </p:sp>
      <p:sp>
        <p:nvSpPr>
          <p:cNvPr id="10" name="TextBox 9">
            <a:hlinkClick r:id="rId10"/>
          </p:cNvPr>
          <p:cNvSpPr txBox="1"/>
          <p:nvPr/>
        </p:nvSpPr>
        <p:spPr>
          <a:xfrm>
            <a:off x="6126480" y="246887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10"/>
              </a:rPr>
              <a:t>../../../../etc/passwd</a:t>
            </a:r>
          </a:p>
        </p:txBody>
      </p:sp>
      <p:sp>
        <p:nvSpPr>
          <p:cNvPr id="11" name="TextBox 10">
            <a:hlinkClick r:id="rId11"/>
          </p:cNvPr>
          <p:cNvSpPr txBox="1"/>
          <p:nvPr/>
        </p:nvSpPr>
        <p:spPr>
          <a:xfrm>
            <a:off x="274320" y="356615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11"/>
              </a:rPr>
              <a:t>https://example.com/ok</a:t>
            </a:r>
          </a:p>
        </p:txBody>
      </p:sp>
      <p:sp>
        <p:nvSpPr>
          <p:cNvPr id="12" name="TextBox 11">
            <a:hlinkClick r:id="rId12"/>
          </p:cNvPr>
          <p:cNvSpPr txBox="1"/>
          <p:nvPr/>
        </p:nvSpPr>
        <p:spPr>
          <a:xfrm>
            <a:off x="3200400" y="356615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12"/>
              </a:rPr>
              <a:t>mailto:someone@example.com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