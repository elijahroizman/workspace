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0"/>
          <a:ext cx="100000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00"/>
                <a:gridCol w="500000"/>
              </a:tblGrid>
              <a:tr h="500000">
                <a:tc rowSpan="2" gridSpan="2">
                  <a:txBody>
                    <a:bodyPr/>
                    <a:lstStyle/>
                    <a:p/>
                  </a:txBody>
                  <a:tcPr/>
                </a:tc>
                <a:tc rowSpan="2" hMerge="1">
                  <a:txBody>
                    <a:bodyPr/>
                    <a:lstStyle/>
                    <a:p/>
                  </a:txBody>
                  <a:tcPr/>
                </a:tc>
              </a:tr>
              <a:tr h="500000">
                <a:tc gridSpan="2" vMerge="1">
                  <a:txBody>
                    <a:bodyPr/>
                    <a:lstStyle/>
                    <a:p/>
                  </a:txBody>
                  <a:tcPr/>
                </a:tc>
                <a:tc hMerge="1" v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