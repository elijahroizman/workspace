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referral link went live in April, which explains the jump.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Spring Launch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C4D6"/>
                </a:solidFill>
                <a:latin typeface="Calibri"/>
              </a:rPr>
              <a:t>Marketing review · 14 November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/>
              </a:rPr>
              <a:t>Sign-ups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Up 38% since the preview opened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498848"/>
            <a:ext cx="822960" cy="1536192"/>
          </a:xfrm>
          <a:prstGeom prst="rect">
            <a:avLst/>
          </a:prstGeom>
          <a:solidFill>
            <a:srgbClr val="A9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080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Jan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4023359"/>
            <a:ext cx="822960" cy="2011680"/>
          </a:xfrm>
          <a:prstGeom prst="rect">
            <a:avLst/>
          </a:prstGeom>
          <a:solidFill>
            <a:srgbClr val="A9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6080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Feb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3803904"/>
            <a:ext cx="822960" cy="2231136"/>
          </a:xfrm>
          <a:prstGeom prst="rect">
            <a:avLst/>
          </a:prstGeom>
          <a:solidFill>
            <a:srgbClr val="A9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6080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3182111"/>
            <a:ext cx="822960" cy="2852928"/>
          </a:xfrm>
          <a:prstGeom prst="rect">
            <a:avLst/>
          </a:prstGeom>
          <a:solidFill>
            <a:srgbClr val="A9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6080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23744"/>
            <a:ext cx="822960" cy="3511296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6080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194560"/>
            <a:ext cx="3566160" cy="29260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4F8CFF"/>
                </a:solidFill>
                <a:latin typeface="Calibri"/>
              </a:rPr>
              <a:t>96k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people on the waiting list, most from the referral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/>
              </a:rPr>
              <a:t>What happens next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810512"/>
            <a:ext cx="292608" cy="292608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91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Calibri"/>
              </a:rPr>
              <a:t>March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Press preview and partner demos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182112"/>
            <a:ext cx="292608" cy="292608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Calibri"/>
              </a:rPr>
              <a:t>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Open the doors to the waiting list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53712"/>
            <a:ext cx="292608" cy="292608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937"/>
                </a:solidFill>
                <a:latin typeface="Calibri"/>
              </a:rPr>
              <a:t>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Calibri"/>
              </a:rPr>
              <a:t>Launch event and paid campaign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